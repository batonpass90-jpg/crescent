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F5C51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2743200" cy="2743200"/>
          </a:xfrm>
          <a:prstGeom prst="ellipse">
            <a:avLst/>
          </a:prstGeom>
          <a:solidFill>
            <a:srgbClr val="F5C51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384048"/>
            <a:ext cx="384048" cy="384048"/>
          </a:xfrm>
          <a:prstGeom prst="ellipse">
            <a:avLst/>
          </a:prstGeom>
          <a:solidFill>
            <a:srgbClr val="07080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84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Crescent Studio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2011680" cy="256032"/>
          </a:xfrm>
          <a:prstGeom prst="rect">
            <a:avLst/>
          </a:prstGeom>
          <a:solidFill>
            <a:srgbClr val="F5C518">
              <a:alpha val="15000"/>
            </a:srgbClr>
          </a:solidFill>
          <a:ln w="6350">
            <a:solidFill>
              <a:srgbClr val="F5C51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 · AI · DX 스튜디오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아이디어를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매출로 바꾸는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합리적인 방법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아이디어만 주세요. 빠르고 합리적인 가격에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매출로 연결되는 앱과 웹을 만들어드립니다.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1097280"/>
            <a:ext cx="192024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5C51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66560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납품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2331720"/>
            <a:ext cx="192024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5C51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템플릿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566160"/>
            <a:ext cx="192024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5C51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대비 비용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crescentstudio.co.kr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37744"/>
          </a:xfrm>
          <a:prstGeom prst="rect">
            <a:avLst/>
          </a:prstGeom>
          <a:solidFill>
            <a:srgbClr val="F5C518">
              <a:alpha val="12000"/>
            </a:srgbClr>
          </a:solidFill>
          <a:ln w="6350">
            <a:solidFill>
              <a:srgbClr val="F5C518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사장님들의 고민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고민, 있으신가요?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디지털화가 필요한 건 알지만, 비용과 시간이 너무 부담스럽습니다.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123444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847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 예약에 지쳐있어요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1762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중에 예약 전화 받느라 집중이 안 돼요.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노쇼도 잦고, 빈 슬롯을 채울 방법이 없어요.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737360"/>
            <a:ext cx="4023360" cy="123444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1091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847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비용이 너무 비싸요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1762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하나에 300만원 이상이라는데,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소규모 사업자에겐 너무 부담이에요.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023360" cy="123444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관리를 엑셀로 해요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5935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 고객 정보, 방문 이력을 따로 기록하다 보니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놓치는 것들이 자꾸 생겨요.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154680"/>
            <a:ext cx="4023360" cy="123444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10912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재방문율을 높이고 싶어요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35935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온 손님이 다시 오게 하려면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어디서부터 시작해야 할지 모르겠어요.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828800" cy="237744"/>
          </a:xfrm>
          <a:prstGeom prst="rect">
            <a:avLst/>
          </a:prstGeom>
          <a:solidFill>
            <a:srgbClr val="F5C518">
              <a:alpha val="12000"/>
            </a:srgbClr>
          </a:solidFill>
          <a:ln w="6350">
            <a:solidFill>
              <a:srgbClr val="F5C518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맞춤 솔루션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업종별 완성형 앱, On 시리즈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처음부터 만들 필요 없어요. 업종에 맞게 이미 설계된 앱을 기업·브랜드에 맞게 전문적으로 세팅합니다.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4023360" cy="65836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19072"/>
            <a:ext cx="54864" cy="65836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773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BeautyOn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2057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뷰티·헤어·네일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48840" y="18836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 노쇼 감소 + 단골 재방문율 향상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719072"/>
            <a:ext cx="4023360" cy="65836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719072"/>
            <a:ext cx="54864" cy="6583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4974336" y="1773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74336" y="2057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세차·정비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37960" y="18836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 예약 공백 제로 + 재방문 유도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4023360" cy="65836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23744"/>
            <a:ext cx="54864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EduOn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5216" y="2862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교육·학원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48840" y="2688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 수납 자동화 + 학부모 신뢰도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523744"/>
            <a:ext cx="4023360" cy="65836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23744"/>
            <a:ext cx="54864" cy="65836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3" name="Text 21"/>
          <p:cNvSpPr/>
          <p:nvPr/>
        </p:nvSpPr>
        <p:spPr>
          <a:xfrm>
            <a:off x="4974336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74336" y="2862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식당·F&amp;B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26883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 AI 리뷰로 신규 고객 유입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28416"/>
            <a:ext cx="4023360" cy="65836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328416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CareOn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5216" y="36667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요양·복지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48840" y="34930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 입소 문의 증가 + 운영 효율화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328416"/>
            <a:ext cx="4023360" cy="65836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328416"/>
            <a:ext cx="54864" cy="6583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974336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InsureOn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74336" y="36667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 영업인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37960" y="34930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 갱신율 향상 + 영업 시간 절약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51760" y="4133088"/>
            <a:ext cx="4023360" cy="65836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51760" y="4133088"/>
            <a:ext cx="54864" cy="65836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8" name="Text 36"/>
          <p:cNvSpPr/>
          <p:nvPr/>
        </p:nvSpPr>
        <p:spPr>
          <a:xfrm>
            <a:off x="2779776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FactoryOn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79776" y="4471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제조업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97680" y="4297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  생산 손실 감소 + 납기 준수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37744"/>
          </a:xfrm>
          <a:prstGeom prst="rect">
            <a:avLst/>
          </a:prstGeom>
          <a:solidFill>
            <a:srgbClr val="F5C518">
              <a:alpha val="12000"/>
            </a:srgbClr>
          </a:solidFill>
          <a:ln w="6350">
            <a:solidFill>
              <a:srgbClr val="F5C518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On 시리즈인가요?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노코드도 아니고, 풀개발도 아닌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96596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노코드 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444752"/>
            <a:ext cx="196596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프리랜서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44752"/>
            <a:ext cx="1965960" cy="347472"/>
          </a:xfrm>
          <a:prstGeom prst="rect">
            <a:avLst/>
          </a:prstGeom>
          <a:solidFill>
            <a:srgbClr val="F5C518"/>
          </a:solidFill>
          <a:ln w="635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8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 시리즈 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1444752"/>
            <a:ext cx="196596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비용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무료~월 3만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5176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50~200만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938528"/>
            <a:ext cx="1965960" cy="374904"/>
          </a:xfrm>
          <a:prstGeom prst="rect">
            <a:avLst/>
          </a:prstGeom>
          <a:solidFill>
            <a:srgbClr val="F5C518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39만~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300~500만+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기간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5176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2~6주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395728"/>
            <a:ext cx="1965960" cy="374904"/>
          </a:xfrm>
          <a:prstGeom prst="rect">
            <a:avLst/>
          </a:prstGeom>
          <a:solidFill>
            <a:srgbClr val="F5C518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4~8주+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맞춤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2834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51760" y="2834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852928"/>
            <a:ext cx="1965960" cy="374904"/>
          </a:xfrm>
          <a:prstGeom prst="rect">
            <a:avLst/>
          </a:prstGeom>
          <a:solidFill>
            <a:srgbClr val="F5C518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834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2834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브랜드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제한적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5176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46320" y="3310128"/>
            <a:ext cx="1965960" cy="374904"/>
          </a:xfrm>
          <a:prstGeom prst="rect">
            <a:avLst/>
          </a:prstGeom>
          <a:solidFill>
            <a:srgbClr val="F5C518">
              <a:alpha val="1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 기획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3749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651760" y="3749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3767328"/>
            <a:ext cx="1965960" cy="374904"/>
          </a:xfrm>
          <a:prstGeom prst="rect">
            <a:avLst/>
          </a:prstGeom>
          <a:solidFill>
            <a:srgbClr val="F5C518">
              <a:alpha val="1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749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3749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2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컨설팅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4206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651760" y="4206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0" y="4224528"/>
            <a:ext cx="1965960" cy="374904"/>
          </a:xfrm>
          <a:prstGeom prst="rect">
            <a:avLst/>
          </a:prstGeom>
          <a:solidFill>
            <a:srgbClr val="F5C518">
              <a:alpha val="1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4206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제공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40880" y="4206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F5C51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463040" cy="237744"/>
          </a:xfrm>
          <a:prstGeom prst="rect">
            <a:avLst/>
          </a:prstGeom>
          <a:solidFill>
            <a:srgbClr val="F5C518">
              <a:alpha val="12000"/>
            </a:srgbClr>
          </a:solidFill>
          <a:ln w="6350">
            <a:solidFill>
              <a:srgbClr val="F5C518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플러스 옵션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앱만 드리지 않아요
</a:t>
            </a:r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매출까지 챙깁니다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도입 후 실제 매출로 연결되도록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 컨설턴트가 함께합니다.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320040"/>
            <a:ext cx="3749040" cy="4572000"/>
          </a:xfrm>
          <a:prstGeom prst="rect">
            <a:avLst/>
          </a:prstGeom>
          <a:solidFill>
            <a:srgbClr val="F5C518">
              <a:alpha val="10000"/>
            </a:srgbClr>
          </a:solidFill>
          <a:ln w="10160">
            <a:solidFill>
              <a:srgbClr val="F5C51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5029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컨설팅 패키지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0" y="914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앱을 설치하는 것만으로는 매출이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오르지 않아요. 활용이 핵심입니다.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1572768"/>
            <a:ext cx="3383280" cy="804672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재방문 유도 설계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1938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포인트, 쿠폰, 재예약 알림으로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 만드는 구조 설계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0" y="2532888"/>
            <a:ext cx="3383280" cy="804672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6072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슬롯 채우기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28986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공백 시간에 자동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프로모션 발송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0" y="3493008"/>
            <a:ext cx="3383280" cy="804672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6072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업셀링 전략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3858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데이터 기반 추가 구매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 및 프리미엄 전환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0" y="4526280"/>
            <a:ext cx="2377440" cy="237744"/>
          </a:xfrm>
          <a:prstGeom prst="rect">
            <a:avLst/>
          </a:prstGeom>
          <a:solidFill>
            <a:srgbClr val="F5C518">
              <a:alpha val="18000"/>
            </a:srgbClr>
          </a:solidFill>
          <a:ln w="6350">
            <a:solidFill>
              <a:srgbClr val="F5C518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45262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1회 · 전문가 섭외 · 별도 유료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📌  영업 포인트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4114800" cy="91440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92608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"누메이즈로 새 손님 받고,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BeautyOn으로 단골 만드세요."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경쟁이 아닌 병행 포지셔닝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37744"/>
          </a:xfrm>
          <a:prstGeom prst="rect">
            <a:avLst/>
          </a:prstGeom>
          <a:solidFill>
            <a:srgbClr val="F5C518">
              <a:alpha val="12000"/>
            </a:srgbClr>
          </a:solidFill>
          <a:ln w="6350">
            <a:solidFill>
              <a:srgbClr val="F5C518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과정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상담부터 출시까지 1~2주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08760" y="2084832"/>
            <a:ext cx="6309360" cy="0"/>
          </a:xfrm>
          <a:prstGeom prst="line">
            <a:avLst/>
          </a:prstGeom>
          <a:noFill/>
          <a:ln w="10160">
            <a:solidFill>
              <a:srgbClr val="F5C518">
                <a:alpha val="30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32688" y="1755648"/>
            <a:ext cx="566928" cy="566928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8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1828800" cy="2331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57860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상담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127248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업종, 현재 상황, 원하는 기능을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편하게 말씀해주세요.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없어도 됩니다.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4206240"/>
            <a:ext cx="1097280" cy="219456"/>
          </a:xfrm>
          <a:prstGeom prst="rect">
            <a:avLst/>
          </a:prstGeom>
          <a:solidFill>
            <a:srgbClr val="F5C518">
              <a:alpha val="15000"/>
            </a:srgbClr>
          </a:solidFill>
          <a:ln w="6350">
            <a:solidFill>
              <a:srgbClr val="F5C51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06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당일~1일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35808" y="1755648"/>
            <a:ext cx="566928" cy="566928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303580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8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487168"/>
            <a:ext cx="1828800" cy="2331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70048" y="257860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 시리즈 선택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견적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3127248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업종에 맞는 On 시리즈를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선택하고 명확한 견적을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드립니다.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70048" y="4206240"/>
            <a:ext cx="1097280" cy="219456"/>
          </a:xfrm>
          <a:prstGeom prst="rect">
            <a:avLst/>
          </a:prstGeom>
          <a:solidFill>
            <a:srgbClr val="F5C518">
              <a:alpha val="15000"/>
            </a:srgbClr>
          </a:solidFill>
          <a:ln w="6350">
            <a:solidFill>
              <a:srgbClr val="F5C51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0048" y="4206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1~2일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38928" y="1755648"/>
            <a:ext cx="566928" cy="566928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513892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8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487168"/>
            <a:ext cx="1828800" cy="2331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257860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 세팅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73168" y="3127248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아이덴티티, 디자인,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구성을 기업에 맞게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전문적으로 세팅합니다.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4206240"/>
            <a:ext cx="1097280" cy="219456"/>
          </a:xfrm>
          <a:prstGeom prst="rect">
            <a:avLst/>
          </a:prstGeom>
          <a:solidFill>
            <a:srgbClr val="F5C518">
              <a:alpha val="15000"/>
            </a:srgbClr>
          </a:solidFill>
          <a:ln w="6350">
            <a:solidFill>
              <a:srgbClr val="F5C51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4206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3~7일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42048" y="1755648"/>
            <a:ext cx="566928" cy="566928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724204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8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2487168"/>
            <a:ext cx="1828800" cy="2331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76288" y="257860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출시 +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교육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76288" y="3127248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완료 후 사용법을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알려드립니다. 유지보수는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이용료에 포함.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76288" y="4206240"/>
            <a:ext cx="1097280" cy="219456"/>
          </a:xfrm>
          <a:prstGeom prst="rect">
            <a:avLst/>
          </a:prstGeom>
          <a:solidFill>
            <a:srgbClr val="F5C518">
              <a:alpha val="15000"/>
            </a:srgbClr>
          </a:solidFill>
          <a:ln w="6350">
            <a:solidFill>
              <a:srgbClr val="F5C518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4206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출시 완료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37744"/>
          </a:xfrm>
          <a:prstGeom prst="rect">
            <a:avLst/>
          </a:prstGeom>
          <a:solidFill>
            <a:srgbClr val="F5C518">
              <a:alpha val="12000"/>
            </a:srgbClr>
          </a:solidFill>
          <a:ln w="6350">
            <a:solidFill>
              <a:srgbClr val="F5C518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안내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합리적이고 투명한 가격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숨겨진 비용 없이 견적 그대로 진행합니다. 정확한 금액은 상담 후 안내드립니다.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321040" cy="1097280"/>
          </a:xfrm>
          <a:prstGeom prst="rect">
            <a:avLst/>
          </a:prstGeom>
          <a:solidFill>
            <a:srgbClr val="F5C518">
              <a:alpha val="12000"/>
            </a:srgbClr>
          </a:solidFill>
          <a:ln w="10160">
            <a:solidFill>
              <a:srgbClr val="F5C51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745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세팅비 + 월 이용료 구조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세팅비(브랜드 맞춤 적용) + 월 이용료(서버·유지보수·업데이트 포함)  |  최소 계약 12개월  |  연간 결제 시 2개월 무료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999232"/>
            <a:ext cx="2633472" cy="74980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0723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BeautyOn / CarOn / EduOn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3832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세팅 + 월 이용료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64408" y="2999232"/>
            <a:ext cx="2633472" cy="74980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30723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ReviewOn / CareOn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74136" y="33832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기능 포함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2999232"/>
            <a:ext cx="2633472" cy="74980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30723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InsureOn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33832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CRM + AI 약관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2633472" cy="74980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9867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FactoryOn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42976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생산관리 통합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3913632"/>
            <a:ext cx="2633472" cy="74980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39867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74136" y="42976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랜딩페이지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3913632"/>
            <a:ext cx="2633472" cy="749808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DDE2F0">
                <a:alpha val="1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39867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1344" y="42976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홈페이지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457200"/>
            <a:ext cx="5486400" cy="5486400"/>
          </a:xfrm>
          <a:prstGeom prst="ellipse">
            <a:avLst/>
          </a:prstGeom>
          <a:solidFill>
            <a:srgbClr val="F5C51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457200"/>
            <a:ext cx="594360" cy="5943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4224528" y="438912"/>
            <a:ext cx="457200" cy="457200"/>
          </a:xfrm>
          <a:prstGeom prst="ellipse">
            <a:avLst/>
          </a:prstGeom>
          <a:solidFill>
            <a:srgbClr val="07080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바로 무료 상담 받으세요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없어도 됩니다.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아이디어나 고민만 말씀해주시면 24시간 내 답변드려요.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2377440" cy="8229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DDE2F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8529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88720" y="30906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batonpass90@gmail.com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2788920"/>
            <a:ext cx="2377440" cy="8229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DDE2F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6557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28529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카카오채널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86200" y="30906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pf.kakao.com/_BaxbxdX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2788920"/>
            <a:ext cx="2377440" cy="82296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DDE2F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6305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8529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0" y="30906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@crescent_ai_studio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3931920"/>
            <a:ext cx="3657600" cy="658368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39319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08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상담 신청하기 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crescentstudio.co.kr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Crescent Studio 사업소개서</dc:title>
  <dc:subject>PptxGenJS Presentation</dc:subject>
  <dc:creator>Crescent Studio</dc:creator>
  <cp:lastModifiedBy>Crescent Studio</cp:lastModifiedBy>
  <cp:revision>1</cp:revision>
  <dcterms:created xsi:type="dcterms:W3CDTF">2026-04-01T17:05:08Z</dcterms:created>
  <dcterms:modified xsi:type="dcterms:W3CDTF">2026-04-01T17:05:08Z</dcterms:modified>
</cp:coreProperties>
</file>